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4C8FF"/>
                </a:solidFill>
                <a:latin typeface="Segoe UI"/>
              </a:defRPr>
            </a:pPr>
            <a:r>
              <a:t>Sistema Híbrido de Recomendación de Laptops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Arquitectura de 2 Niveles para mitigar el 'Cold Start'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y Restricciones Estrictas</a:t>
            </a:r>
          </a:p>
          <a:p>
            <a:pPr>
              <a:defRPr>
                <a:solidFill>
                  <a:srgbClr val="C8C8C8"/>
                </a:solidFill>
              </a:defRPr>
            </a:pPr>
          </a:p>
          <a:p>
            <a:pPr>
              <a:defRPr>
                <a:solidFill>
                  <a:srgbClr val="C8C8C8"/>
                </a:solidFill>
              </a:defRPr>
            </a:pPr>
            <a:r>
              <a:t>Roger Vilcacari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Sistemas de Recomendación - 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¿Por qué no usar el modelo de Netflix para vender Laptops?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Problema 1: El 'Cold Start' (Inicio en frío).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Los algoritmos clásicos no recomiendan bien a usuarios nuevos sin historial.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Problema 2: Restricciones de Dominio Duras.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Una película mala te hace perder 2 horas. Una laptop sin GPU no le sirve a un arquitecto.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Problema 3: Alta Dimensionalidad Técnica.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Las personas no compran solo por marca, compran por RAM, CPU, VRAM y Costo combinado.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Arquitectura Híbrida en 2 Niveles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Un diseño en cascada para garantizar eficiencia y exactitud: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1. Entrada: El usuario define su presupuesto y uso previsto.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2. Nivel 1 (Filtro Lógico): Descarta inmediatamente hardware inútil.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3. Nivel 2 (Ensamble Dinámico): Ordena los equipos válidos mezclando tres sub-modelos de IA.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4. Salida: Las 10 mejores recomendaciones matemáticas.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Nivel 1 - Inferencia Lógica (Constraint-Based)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Funciona como un filtro duro inicial (Máscara binaria M_rules = {0, 1}).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Ejemplo práctico en el sistema: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Perfil 'Arquitectura / Render 3D'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Requiere: CPU Cores &gt;= 8, GPU Dedicada, Precio &lt;= Presupuesto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Resultado: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Si la laptop no cumple, su puntuación se multiplica por 0 y es descartada.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Nivel 2 - Ensamble Dinámico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Se aplican 3 algoritmos a los equipos sobrevivientes de forma simultánea: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MAUT (Teoría de Utilidad): Calcula beneficio de specs según el perfil (Knowledge-Based).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SVD (Factorización): Descubre preferencias ocultas usando historial (Colaborativo).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Similitud Coseno: Compara el hardware ideal del usuario (Contenido).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Solución al Cold Start (Pesos Dinámicos):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Si el usuario es nuevo, el sistema apaga el SVD (0.10) y maximiza MAUT (0.60).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Evaluación Científica con Datos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Validación utilizando el dataset real de Kaggle (1,273 Laptops y miles de ratings).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Métrica Evaluada: CSR@10 (Tasa de Satisfacción de Restricciones)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SVD Colaborativo Clásico: 31.7% (Gran margen de error por popularidad).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Sistema Híbrido Propuesto: 93.3% (Éxito rotundo en cumplir requisitos).</a:t>
            </a:r>
          </a:p>
          <a:p>
            <a:pPr>
              <a:defRPr sz="2200">
                <a:solidFill>
                  <a:srgbClr val="DCDCDC"/>
                </a:solidFill>
              </a:defRPr>
            </a:pP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Conclusión Técnica:</a:t>
            </a:r>
          </a:p>
          <a:p>
            <a:pPr lvl="1">
              <a:defRPr sz="1800">
                <a:solidFill>
                  <a:srgbClr val="DCDCDC"/>
                </a:solidFill>
              </a:defRPr>
            </a:pPr>
            <a:r>
              <a:t>  - El recomendador híbrido supera consistentemente al modelo base en recuperación de ítems útiles.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Conclusiones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La hibridación en cascada es obligatoria para dominios de e-commerce tecnológico o de alto coste.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La integración del modelo matemático MAUT logró resolver eficientemente el problema inicial de datos.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Se implementó un Dashboard web en tiempo real que demuestra la efectividad de la arquitectura propuesta.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